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3719912" y="9342232"/>
            <a:ext cx="3670300" cy="330200"/>
            <a:chOff x="13719912" y="9342232"/>
            <a:chExt cx="3670300" cy="330200"/>
          </a:xfrm>
        </p:grpSpPr>
        <p:sp>
          <p:nvSpPr>
            <p:cNvPr id="4" name="object 4" descr=""/>
            <p:cNvSpPr/>
            <p:nvPr/>
          </p:nvSpPr>
          <p:spPr>
            <a:xfrm>
              <a:off x="13738859" y="9361179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3632200" y="292294"/>
                  </a:moveTo>
                  <a:lnTo>
                    <a:pt x="0" y="292294"/>
                  </a:lnTo>
                  <a:lnTo>
                    <a:pt x="0" y="0"/>
                  </a:lnTo>
                  <a:lnTo>
                    <a:pt x="3632200" y="0"/>
                  </a:lnTo>
                  <a:lnTo>
                    <a:pt x="3632200" y="29229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738859" y="9361179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0" y="0"/>
                  </a:moveTo>
                  <a:lnTo>
                    <a:pt x="3632200" y="0"/>
                  </a:lnTo>
                  <a:lnTo>
                    <a:pt x="3632200" y="292294"/>
                  </a:lnTo>
                  <a:lnTo>
                    <a:pt x="0" y="292294"/>
                  </a:lnTo>
                  <a:lnTo>
                    <a:pt x="0" y="0"/>
                  </a:lnTo>
                  <a:close/>
                </a:path>
              </a:pathLst>
            </a:custGeom>
            <a:ln w="378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3802462" y="9332348"/>
            <a:ext cx="3670300" cy="330200"/>
            <a:chOff x="13802462" y="9332348"/>
            <a:chExt cx="3670300" cy="330200"/>
          </a:xfrm>
        </p:grpSpPr>
        <p:sp>
          <p:nvSpPr>
            <p:cNvPr id="4" name="object 4" descr=""/>
            <p:cNvSpPr/>
            <p:nvPr/>
          </p:nvSpPr>
          <p:spPr>
            <a:xfrm>
              <a:off x="13821409" y="9351296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3632200" y="292294"/>
                  </a:moveTo>
                  <a:lnTo>
                    <a:pt x="0" y="292294"/>
                  </a:lnTo>
                  <a:lnTo>
                    <a:pt x="0" y="0"/>
                  </a:lnTo>
                  <a:lnTo>
                    <a:pt x="3632200" y="0"/>
                  </a:lnTo>
                  <a:lnTo>
                    <a:pt x="3632200" y="29229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821409" y="9351296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0" y="0"/>
                  </a:moveTo>
                  <a:lnTo>
                    <a:pt x="3632200" y="0"/>
                  </a:lnTo>
                  <a:lnTo>
                    <a:pt x="3632200" y="292294"/>
                  </a:lnTo>
                  <a:lnTo>
                    <a:pt x="0" y="292294"/>
                  </a:lnTo>
                  <a:lnTo>
                    <a:pt x="0" y="0"/>
                  </a:lnTo>
                  <a:close/>
                </a:path>
              </a:pathLst>
            </a:custGeom>
            <a:ln w="378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3825323" y="9389139"/>
            <a:ext cx="3670300" cy="330200"/>
            <a:chOff x="13825323" y="9389139"/>
            <a:chExt cx="3670300" cy="330200"/>
          </a:xfrm>
        </p:grpSpPr>
        <p:sp>
          <p:nvSpPr>
            <p:cNvPr id="4" name="object 4" descr=""/>
            <p:cNvSpPr/>
            <p:nvPr/>
          </p:nvSpPr>
          <p:spPr>
            <a:xfrm>
              <a:off x="13844270" y="9408086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3632200" y="292294"/>
                  </a:moveTo>
                  <a:lnTo>
                    <a:pt x="0" y="292294"/>
                  </a:lnTo>
                  <a:lnTo>
                    <a:pt x="0" y="0"/>
                  </a:lnTo>
                  <a:lnTo>
                    <a:pt x="3632200" y="0"/>
                  </a:lnTo>
                  <a:lnTo>
                    <a:pt x="3632200" y="29229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844270" y="9408086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0" y="0"/>
                  </a:moveTo>
                  <a:lnTo>
                    <a:pt x="3632200" y="0"/>
                  </a:lnTo>
                  <a:lnTo>
                    <a:pt x="3632200" y="292294"/>
                  </a:lnTo>
                  <a:lnTo>
                    <a:pt x="0" y="292294"/>
                  </a:lnTo>
                  <a:lnTo>
                    <a:pt x="0" y="0"/>
                  </a:lnTo>
                  <a:close/>
                </a:path>
              </a:pathLst>
            </a:custGeom>
            <a:ln w="378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3802462" y="9367297"/>
            <a:ext cx="3670300" cy="330200"/>
            <a:chOff x="13802462" y="9367297"/>
            <a:chExt cx="3670300" cy="330200"/>
          </a:xfrm>
        </p:grpSpPr>
        <p:sp>
          <p:nvSpPr>
            <p:cNvPr id="4" name="object 4" descr=""/>
            <p:cNvSpPr/>
            <p:nvPr/>
          </p:nvSpPr>
          <p:spPr>
            <a:xfrm>
              <a:off x="13821409" y="9386244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3632200" y="292294"/>
                  </a:moveTo>
                  <a:lnTo>
                    <a:pt x="0" y="292294"/>
                  </a:lnTo>
                  <a:lnTo>
                    <a:pt x="0" y="0"/>
                  </a:lnTo>
                  <a:lnTo>
                    <a:pt x="3632200" y="0"/>
                  </a:lnTo>
                  <a:lnTo>
                    <a:pt x="3632200" y="29229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821409" y="9386244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0" y="0"/>
                  </a:moveTo>
                  <a:lnTo>
                    <a:pt x="3632200" y="0"/>
                  </a:lnTo>
                  <a:lnTo>
                    <a:pt x="3632200" y="292294"/>
                  </a:lnTo>
                  <a:lnTo>
                    <a:pt x="0" y="292294"/>
                  </a:lnTo>
                  <a:lnTo>
                    <a:pt x="0" y="0"/>
                  </a:lnTo>
                  <a:close/>
                </a:path>
              </a:pathLst>
            </a:custGeom>
            <a:ln w="378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3759282" y="9380403"/>
            <a:ext cx="3670300" cy="330200"/>
            <a:chOff x="13759282" y="9380403"/>
            <a:chExt cx="3670300" cy="330200"/>
          </a:xfrm>
        </p:grpSpPr>
        <p:sp>
          <p:nvSpPr>
            <p:cNvPr id="4" name="object 4" descr=""/>
            <p:cNvSpPr/>
            <p:nvPr/>
          </p:nvSpPr>
          <p:spPr>
            <a:xfrm>
              <a:off x="13778229" y="9399350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3632200" y="292294"/>
                  </a:moveTo>
                  <a:lnTo>
                    <a:pt x="0" y="292294"/>
                  </a:lnTo>
                  <a:lnTo>
                    <a:pt x="0" y="0"/>
                  </a:lnTo>
                  <a:lnTo>
                    <a:pt x="3632200" y="0"/>
                  </a:lnTo>
                  <a:lnTo>
                    <a:pt x="3632200" y="29229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778229" y="9399350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0" y="0"/>
                  </a:moveTo>
                  <a:lnTo>
                    <a:pt x="3632200" y="0"/>
                  </a:lnTo>
                  <a:lnTo>
                    <a:pt x="3632200" y="292294"/>
                  </a:lnTo>
                  <a:lnTo>
                    <a:pt x="0" y="292294"/>
                  </a:lnTo>
                  <a:lnTo>
                    <a:pt x="0" y="0"/>
                  </a:lnTo>
                  <a:close/>
                </a:path>
              </a:pathLst>
            </a:custGeom>
            <a:ln w="378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3759282" y="9349823"/>
            <a:ext cx="3670300" cy="330200"/>
            <a:chOff x="13759282" y="9349823"/>
            <a:chExt cx="3670300" cy="330200"/>
          </a:xfrm>
        </p:grpSpPr>
        <p:sp>
          <p:nvSpPr>
            <p:cNvPr id="4" name="object 4" descr=""/>
            <p:cNvSpPr/>
            <p:nvPr/>
          </p:nvSpPr>
          <p:spPr>
            <a:xfrm>
              <a:off x="13778229" y="9368770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3632200" y="292294"/>
                  </a:moveTo>
                  <a:lnTo>
                    <a:pt x="0" y="292294"/>
                  </a:lnTo>
                  <a:lnTo>
                    <a:pt x="0" y="0"/>
                  </a:lnTo>
                  <a:lnTo>
                    <a:pt x="3632200" y="0"/>
                  </a:lnTo>
                  <a:lnTo>
                    <a:pt x="3632200" y="29229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778229" y="9368770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0" y="0"/>
                  </a:moveTo>
                  <a:lnTo>
                    <a:pt x="3632200" y="0"/>
                  </a:lnTo>
                  <a:lnTo>
                    <a:pt x="3632200" y="292294"/>
                  </a:lnTo>
                  <a:lnTo>
                    <a:pt x="0" y="292294"/>
                  </a:lnTo>
                  <a:lnTo>
                    <a:pt x="0" y="0"/>
                  </a:lnTo>
                  <a:close/>
                </a:path>
              </a:pathLst>
            </a:custGeom>
            <a:ln w="378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3737693" y="9371665"/>
            <a:ext cx="3670300" cy="330200"/>
            <a:chOff x="13737693" y="9371665"/>
            <a:chExt cx="3670300" cy="330200"/>
          </a:xfrm>
        </p:grpSpPr>
        <p:sp>
          <p:nvSpPr>
            <p:cNvPr id="4" name="object 4" descr=""/>
            <p:cNvSpPr/>
            <p:nvPr/>
          </p:nvSpPr>
          <p:spPr>
            <a:xfrm>
              <a:off x="13756640" y="9390612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3632200" y="292294"/>
                  </a:moveTo>
                  <a:lnTo>
                    <a:pt x="0" y="292294"/>
                  </a:lnTo>
                  <a:lnTo>
                    <a:pt x="0" y="0"/>
                  </a:lnTo>
                  <a:lnTo>
                    <a:pt x="3632200" y="0"/>
                  </a:lnTo>
                  <a:lnTo>
                    <a:pt x="3632200" y="29229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756640" y="9390612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0" y="0"/>
                  </a:moveTo>
                  <a:lnTo>
                    <a:pt x="3632200" y="0"/>
                  </a:lnTo>
                  <a:lnTo>
                    <a:pt x="3632200" y="292294"/>
                  </a:lnTo>
                  <a:lnTo>
                    <a:pt x="0" y="292294"/>
                  </a:lnTo>
                  <a:lnTo>
                    <a:pt x="0" y="0"/>
                  </a:lnTo>
                  <a:close/>
                </a:path>
              </a:pathLst>
            </a:custGeom>
            <a:ln w="378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7719" y="2901060"/>
            <a:ext cx="9931400" cy="52064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3825323" y="9319243"/>
            <a:ext cx="3670300" cy="330200"/>
            <a:chOff x="13825323" y="9319243"/>
            <a:chExt cx="3670300" cy="330200"/>
          </a:xfrm>
        </p:grpSpPr>
        <p:sp>
          <p:nvSpPr>
            <p:cNvPr id="4" name="object 4" descr=""/>
            <p:cNvSpPr/>
            <p:nvPr/>
          </p:nvSpPr>
          <p:spPr>
            <a:xfrm>
              <a:off x="13844270" y="9338190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3632200" y="292294"/>
                  </a:moveTo>
                  <a:lnTo>
                    <a:pt x="0" y="292294"/>
                  </a:lnTo>
                  <a:lnTo>
                    <a:pt x="0" y="0"/>
                  </a:lnTo>
                  <a:lnTo>
                    <a:pt x="3632200" y="0"/>
                  </a:lnTo>
                  <a:lnTo>
                    <a:pt x="3632200" y="29229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844270" y="9338190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0" y="0"/>
                  </a:moveTo>
                  <a:lnTo>
                    <a:pt x="3632200" y="0"/>
                  </a:lnTo>
                  <a:lnTo>
                    <a:pt x="3632200" y="292294"/>
                  </a:lnTo>
                  <a:lnTo>
                    <a:pt x="0" y="292294"/>
                  </a:lnTo>
                  <a:lnTo>
                    <a:pt x="0" y="0"/>
                  </a:lnTo>
                  <a:close/>
                </a:path>
              </a:pathLst>
            </a:custGeom>
            <a:ln w="378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3737693" y="9341086"/>
            <a:ext cx="3670300" cy="330200"/>
            <a:chOff x="13737693" y="9341086"/>
            <a:chExt cx="3670300" cy="330200"/>
          </a:xfrm>
        </p:grpSpPr>
        <p:sp>
          <p:nvSpPr>
            <p:cNvPr id="4" name="object 4" descr=""/>
            <p:cNvSpPr/>
            <p:nvPr/>
          </p:nvSpPr>
          <p:spPr>
            <a:xfrm>
              <a:off x="13756640" y="9360033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3632200" y="292294"/>
                  </a:moveTo>
                  <a:lnTo>
                    <a:pt x="0" y="292294"/>
                  </a:lnTo>
                  <a:lnTo>
                    <a:pt x="0" y="0"/>
                  </a:lnTo>
                  <a:lnTo>
                    <a:pt x="3632200" y="0"/>
                  </a:lnTo>
                  <a:lnTo>
                    <a:pt x="3632200" y="29229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756640" y="9360033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0" y="0"/>
                  </a:moveTo>
                  <a:lnTo>
                    <a:pt x="3632200" y="0"/>
                  </a:lnTo>
                  <a:lnTo>
                    <a:pt x="3632200" y="292294"/>
                  </a:lnTo>
                  <a:lnTo>
                    <a:pt x="0" y="292294"/>
                  </a:lnTo>
                  <a:lnTo>
                    <a:pt x="0" y="0"/>
                  </a:lnTo>
                  <a:close/>
                </a:path>
              </a:pathLst>
            </a:custGeom>
            <a:ln w="378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3737693" y="9376034"/>
            <a:ext cx="3670300" cy="330200"/>
            <a:chOff x="13737693" y="9376034"/>
            <a:chExt cx="3670300" cy="330200"/>
          </a:xfrm>
        </p:grpSpPr>
        <p:sp>
          <p:nvSpPr>
            <p:cNvPr id="4" name="object 4" descr=""/>
            <p:cNvSpPr/>
            <p:nvPr/>
          </p:nvSpPr>
          <p:spPr>
            <a:xfrm>
              <a:off x="13756640" y="9394981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3632200" y="292294"/>
                  </a:moveTo>
                  <a:lnTo>
                    <a:pt x="0" y="292294"/>
                  </a:lnTo>
                  <a:lnTo>
                    <a:pt x="0" y="0"/>
                  </a:lnTo>
                  <a:lnTo>
                    <a:pt x="3632200" y="0"/>
                  </a:lnTo>
                  <a:lnTo>
                    <a:pt x="3632200" y="29229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756640" y="9394981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0" y="0"/>
                  </a:moveTo>
                  <a:lnTo>
                    <a:pt x="3632200" y="0"/>
                  </a:lnTo>
                  <a:lnTo>
                    <a:pt x="3632200" y="292294"/>
                  </a:lnTo>
                  <a:lnTo>
                    <a:pt x="0" y="292294"/>
                  </a:lnTo>
                  <a:lnTo>
                    <a:pt x="0" y="0"/>
                  </a:lnTo>
                  <a:close/>
                </a:path>
              </a:pathLst>
            </a:custGeom>
            <a:ln w="378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3759282" y="9389139"/>
            <a:ext cx="3670300" cy="330200"/>
            <a:chOff x="13759282" y="9389139"/>
            <a:chExt cx="3670300" cy="330200"/>
          </a:xfrm>
        </p:grpSpPr>
        <p:sp>
          <p:nvSpPr>
            <p:cNvPr id="4" name="object 4" descr=""/>
            <p:cNvSpPr/>
            <p:nvPr/>
          </p:nvSpPr>
          <p:spPr>
            <a:xfrm>
              <a:off x="13778229" y="9408086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3632200" y="292294"/>
                  </a:moveTo>
                  <a:lnTo>
                    <a:pt x="0" y="292294"/>
                  </a:lnTo>
                  <a:lnTo>
                    <a:pt x="0" y="0"/>
                  </a:lnTo>
                  <a:lnTo>
                    <a:pt x="3632200" y="0"/>
                  </a:lnTo>
                  <a:lnTo>
                    <a:pt x="3632200" y="29229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778229" y="9408086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0" y="0"/>
                  </a:moveTo>
                  <a:lnTo>
                    <a:pt x="3632200" y="0"/>
                  </a:lnTo>
                  <a:lnTo>
                    <a:pt x="3632200" y="292294"/>
                  </a:lnTo>
                  <a:lnTo>
                    <a:pt x="0" y="292294"/>
                  </a:lnTo>
                  <a:lnTo>
                    <a:pt x="0" y="0"/>
                  </a:lnTo>
                  <a:close/>
                </a:path>
              </a:pathLst>
            </a:custGeom>
            <a:ln w="378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3780873" y="9345454"/>
            <a:ext cx="3670300" cy="330200"/>
            <a:chOff x="13780873" y="9345454"/>
            <a:chExt cx="3670300" cy="330200"/>
          </a:xfrm>
        </p:grpSpPr>
        <p:sp>
          <p:nvSpPr>
            <p:cNvPr id="4" name="object 4" descr=""/>
            <p:cNvSpPr/>
            <p:nvPr/>
          </p:nvSpPr>
          <p:spPr>
            <a:xfrm>
              <a:off x="13799820" y="9364401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3632200" y="292294"/>
                  </a:moveTo>
                  <a:lnTo>
                    <a:pt x="0" y="292294"/>
                  </a:lnTo>
                  <a:lnTo>
                    <a:pt x="0" y="0"/>
                  </a:lnTo>
                  <a:lnTo>
                    <a:pt x="3632200" y="0"/>
                  </a:lnTo>
                  <a:lnTo>
                    <a:pt x="3632200" y="29229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799820" y="9364401"/>
              <a:ext cx="3632200" cy="292735"/>
            </a:xfrm>
            <a:custGeom>
              <a:avLst/>
              <a:gdLst/>
              <a:ahLst/>
              <a:cxnLst/>
              <a:rect l="l" t="t" r="r" b="b"/>
              <a:pathLst>
                <a:path w="3632200" h="292734">
                  <a:moveTo>
                    <a:pt x="0" y="0"/>
                  </a:moveTo>
                  <a:lnTo>
                    <a:pt x="3632200" y="0"/>
                  </a:lnTo>
                  <a:lnTo>
                    <a:pt x="3632200" y="292294"/>
                  </a:lnTo>
                  <a:lnTo>
                    <a:pt x="0" y="292294"/>
                  </a:lnTo>
                  <a:lnTo>
                    <a:pt x="0" y="0"/>
                  </a:lnTo>
                  <a:close/>
                </a:path>
              </a:pathLst>
            </a:custGeom>
            <a:ln w="3789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2026-02-12T14:01:11Z</dcterms:created>
  <dcterms:modified xsi:type="dcterms:W3CDTF">2026-02-12T14:01:11Z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2026-02-12T00:00:00Z</vt:filetime>
  </property>
  <property fmtid="{D5CDD505-2E9C-101B-9397-08002B2CF9AE}" pid="3" name="LastSaved">
    <vt:filetime>2026-02-12T00:00:00Z</vt:filetime>
  </property>
  <property fmtid="{D5CDD505-2E9C-101B-9397-08002B2CF9AE}" pid="4" name="Producer">
    <vt:lpwstr>4-Heights™ PDF Library 3.4.0.6904 (http://www.pdf-tools.com)</vt:lpwstr>
  </property>
</Properties>
</file>